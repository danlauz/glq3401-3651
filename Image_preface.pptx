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FB1B98-DC7A-4A91-A134-E8EA0DFCACE2}" v="1" dt="2026-02-06T00:37:43.5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y Lauzon" userId="6197c339-d97f-4151-9e19-01cb8b506d2f" providerId="ADAL" clId="{4374615E-FC75-409A-B7EB-201E83F66248}"/>
    <pc:docChg chg="modSld">
      <pc:chgData name="Dany Lauzon" userId="6197c339-d97f-4151-9e19-01cb8b506d2f" providerId="ADAL" clId="{4374615E-FC75-409A-B7EB-201E83F66248}" dt="2026-02-06T00:37:43.514" v="0" actId="1076"/>
      <pc:docMkLst>
        <pc:docMk/>
      </pc:docMkLst>
      <pc:sldChg chg="modSp">
        <pc:chgData name="Dany Lauzon" userId="6197c339-d97f-4151-9e19-01cb8b506d2f" providerId="ADAL" clId="{4374615E-FC75-409A-B7EB-201E83F66248}" dt="2026-02-06T00:37:43.514" v="0" actId="1076"/>
        <pc:sldMkLst>
          <pc:docMk/>
          <pc:sldMk cId="894381939" sldId="256"/>
        </pc:sldMkLst>
        <pc:spChg chg="mod">
          <ac:chgData name="Dany Lauzon" userId="6197c339-d97f-4151-9e19-01cb8b506d2f" providerId="ADAL" clId="{4374615E-FC75-409A-B7EB-201E83F66248}" dt="2026-02-06T00:37:43.514" v="0" actId="1076"/>
          <ac:spMkLst>
            <pc:docMk/>
            <pc:sldMk cId="894381939" sldId="256"/>
            <ac:spMk id="9" creationId="{39209FAC-51BA-CAA2-0AA0-53CBC2AB6009}"/>
          </ac:spMkLst>
        </pc:spChg>
        <pc:spChg chg="mod">
          <ac:chgData name="Dany Lauzon" userId="6197c339-d97f-4151-9e19-01cb8b506d2f" providerId="ADAL" clId="{4374615E-FC75-409A-B7EB-201E83F66248}" dt="2026-02-06T00:37:43.514" v="0" actId="1076"/>
          <ac:spMkLst>
            <pc:docMk/>
            <pc:sldMk cId="894381939" sldId="256"/>
            <ac:spMk id="11" creationId="{ACBFB4A0-59CF-5F60-5AE7-C35BA7398765}"/>
          </ac:spMkLst>
        </pc:spChg>
        <pc:spChg chg="mod">
          <ac:chgData name="Dany Lauzon" userId="6197c339-d97f-4151-9e19-01cb8b506d2f" providerId="ADAL" clId="{4374615E-FC75-409A-B7EB-201E83F66248}" dt="2026-02-06T00:37:43.514" v="0" actId="1076"/>
          <ac:spMkLst>
            <pc:docMk/>
            <pc:sldMk cId="894381939" sldId="256"/>
            <ac:spMk id="12" creationId="{A4760C28-9F77-3A68-BC31-E8335E39EE40}"/>
          </ac:spMkLst>
        </pc:spChg>
        <pc:picChg chg="mod">
          <ac:chgData name="Dany Lauzon" userId="6197c339-d97f-4151-9e19-01cb8b506d2f" providerId="ADAL" clId="{4374615E-FC75-409A-B7EB-201E83F66248}" dt="2026-02-06T00:37:43.514" v="0" actId="1076"/>
          <ac:picMkLst>
            <pc:docMk/>
            <pc:sldMk cId="894381939" sldId="256"/>
            <ac:picMk id="5" creationId="{A11AC6F6-A8AE-3312-F6BB-47CA4E124FBD}"/>
          </ac:picMkLst>
        </pc:picChg>
        <pc:picChg chg="mod">
          <ac:chgData name="Dany Lauzon" userId="6197c339-d97f-4151-9e19-01cb8b506d2f" providerId="ADAL" clId="{4374615E-FC75-409A-B7EB-201E83F66248}" dt="2026-02-06T00:37:43.514" v="0" actId="1076"/>
          <ac:picMkLst>
            <pc:docMk/>
            <pc:sldMk cId="894381939" sldId="256"/>
            <ac:picMk id="7" creationId="{CC8F0191-A7EC-14AA-D6E0-96AA9594B52C}"/>
          </ac:picMkLst>
        </pc:picChg>
        <pc:picChg chg="mod">
          <ac:chgData name="Dany Lauzon" userId="6197c339-d97f-4151-9e19-01cb8b506d2f" providerId="ADAL" clId="{4374615E-FC75-409A-B7EB-201E83F66248}" dt="2026-02-06T00:37:43.514" v="0" actId="1076"/>
          <ac:picMkLst>
            <pc:docMk/>
            <pc:sldMk cId="894381939" sldId="256"/>
            <ac:picMk id="1026" creationId="{4806D13F-766B-1173-0FB4-9F8678BF05D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83C6-6388-39F5-B67E-C92B8CA7B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4EB678-9527-1E62-E106-F7D666F89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A1F45-2191-617F-E731-F37AEE70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60486-2650-4955-8A36-C4DAA4037EA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CC5D1-8F85-C55E-6622-B11549EF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00A58-B347-041B-E590-8D05D567B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B09F-3E58-49AA-BAFC-B4413529D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14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8118F-CC97-56D1-874B-714708394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51D0A-004B-FC59-F54A-52BCF3724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2817E-CE55-B3E7-9CE7-37DF8C9C9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60486-2650-4955-8A36-C4DAA4037EA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9EB07-9289-1B74-0B42-421B76F86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A3514-F2C4-24DA-525D-E65DA1341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B09F-3E58-49AA-BAFC-B4413529D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20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76380-F398-FD3F-491D-42E8B8B62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BC9D1-2D6F-B1DD-B43E-A068E626D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CC693-FC9D-AB92-DBD6-D78EC9BE3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60486-2650-4955-8A36-C4DAA4037EA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C4340-8671-8933-F1CB-59EB75C2C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F69B1-22F2-A8A6-F43A-D235BFFAB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B09F-3E58-49AA-BAFC-B4413529D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47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3D37E-0C80-773E-9C08-65C9EBE04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1FC90-7ACB-C798-F7D1-AE88EE99C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5CD4A-9196-DDA8-6DCE-C3C921709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CD56E-9333-9E76-C61E-CC9A1FCC5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60486-2650-4955-8A36-C4DAA4037EA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F815B-0C93-2625-ED51-BF21FCA5A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DA9DA-3CF2-96D5-BA2B-2E5C466DB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B09F-3E58-49AA-BAFC-B4413529D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293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FB71-BB38-59F5-FD5A-BD5C97DE3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C5416-FCA9-0DE7-677E-0091070E0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01D82-33CE-D992-C528-2C81E9D22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6F974-1CF6-B703-DF0F-08157CC914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27DB02-1497-E25C-26FB-D0BB54DC11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38CC33-6B78-5B5C-9CC9-E5912D859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60486-2650-4955-8A36-C4DAA4037EA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353A0E-C5D8-566C-9214-89C4E1D4A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9C026-2C3F-5303-7D09-1B1A300A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B09F-3E58-49AA-BAFC-B4413529D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453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D74CB-55C1-772B-F272-9BFA38F0D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3ECE7B-117C-3813-AA5F-4EBB73B4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60486-2650-4955-8A36-C4DAA4037EA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8D42D-68C7-FCE9-5EF1-62F3647A4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381828-63CE-3772-6589-84F5AF3F6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B09F-3E58-49AA-BAFC-B4413529D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03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1B15C2-8994-1504-9A00-130A8D950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60486-2650-4955-8A36-C4DAA4037EA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0FDFB1-DCBA-5A8D-9EBB-E7CB8E5F0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F86D7-964A-38B9-174C-2A4867777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B09F-3E58-49AA-BAFC-B4413529D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40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8FCFA-93C1-6DDC-F321-40D3636D6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22C6B-9F4F-B9A6-CFC9-67ABC4B00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EAD77-E747-BACF-0501-42E0C75B3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04910-DE14-E734-94A4-E073A565D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60486-2650-4955-8A36-C4DAA4037EA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E620F-38DF-624F-D91D-EC6BC8B30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E8729-D6F4-CDC3-7EF8-6DB95E3F4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B09F-3E58-49AA-BAFC-B4413529D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273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AEF94-C49E-2AE6-6BB9-BCFBED07B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4D1276-DF88-C36C-9E29-6EB0EF560C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590B8-E1BF-260F-C57C-48F73EF7C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9FA87-B7BB-CC34-2C7C-B62046E0D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60486-2650-4955-8A36-C4DAA4037EA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05B1A-8804-0D91-444A-3CB56F316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AAA90-2D86-598A-FE3C-E367F1253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B09F-3E58-49AA-BAFC-B4413529D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87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72C65-F873-B8F7-9D26-AAC7BAE63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792F60-E779-AE62-2F7C-E14452983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64B74-8851-BFDE-653A-96AEFC17F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60486-2650-4955-8A36-C4DAA4037EA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2DFEE-5D5E-8E0E-C3CB-80C989738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E9D9A-10F2-2369-6108-BF40E29EC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B09F-3E58-49AA-BAFC-B4413529D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295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1D2798-6E5C-129B-22B0-97B1B0B75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03BA5-4FF1-1D62-9E6F-D8E70A12F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D8D19-132C-1CC4-CEA9-8A2E2D801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60486-2650-4955-8A36-C4DAA4037EA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88E41-A6D0-4D44-5133-92A2CB162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CAC77-16F9-DC31-AACA-DB81F570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B09F-3E58-49AA-BAFC-B4413529D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811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34EC3E-D463-2641-CAC5-F6432EF8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2CB20-98AB-486E-79F6-8D33E8285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8B304-4CCB-A838-9A24-682B8A685A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260486-2650-4955-8A36-C4DAA4037EA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ADE4C-8B07-6771-BD6F-0D6E57761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5D312-FD90-C31E-29A4-D1E4A7D80E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FB09F-3E58-49AA-BAFC-B4413529D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052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reativecommons.org/licenses/by/4.0/deed.fr" TargetMode="External"/><Relationship Id="rId5" Type="http://schemas.openxmlformats.org/officeDocument/2006/relationships/hyperlink" Target="https://opensource.org/licenses/MIT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bout CC Licenses - Creative Commons">
            <a:extLst>
              <a:ext uri="{FF2B5EF4-FFF2-40B4-BE49-F238E27FC236}">
                <a16:creationId xmlns:a16="http://schemas.microsoft.com/office/drawing/2014/main" id="{4806D13F-766B-1173-0FB4-9F8678BF0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033" y="1026876"/>
            <a:ext cx="38385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1AC6F6-A8AE-3312-F6BB-47CA4E124F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0" y="4648365"/>
            <a:ext cx="3810000" cy="1381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8F0191-A7EC-14AA-D6E0-96AA9594B5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550" y="4658895"/>
            <a:ext cx="4326340" cy="13705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209FAC-51BA-CAA2-0AA0-53CBC2AB6009}"/>
              </a:ext>
            </a:extLst>
          </p:cNvPr>
          <p:cNvSpPr txBox="1"/>
          <p:nvPr/>
        </p:nvSpPr>
        <p:spPr>
          <a:xfrm>
            <a:off x="989652" y="2442481"/>
            <a:ext cx="103387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b="1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Vous êtes </a:t>
            </a:r>
            <a:r>
              <a:rPr lang="fr-FR" b="1" i="0" dirty="0" err="1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autorisé·e</a:t>
            </a:r>
            <a:r>
              <a:rPr lang="fr-FR" b="1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à :</a:t>
            </a:r>
          </a:p>
          <a:p>
            <a:pPr algn="l">
              <a:buNone/>
            </a:pPr>
            <a:endParaRPr lang="fr-FR" sz="400" b="0" i="0" dirty="0"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Partager</a:t>
            </a:r>
            <a:r>
              <a:rPr lang="fr-FR" b="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 – copier, distribuer et communiquer le matériel par tous moyens et sous tous formats.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Adapter</a:t>
            </a:r>
            <a:r>
              <a:rPr lang="fr-FR" b="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 – remixer, transformer et créer à partir du matériel pour toute utilisation, y compris commerciale.</a:t>
            </a:r>
          </a:p>
          <a:p>
            <a:pPr algn="l">
              <a:buNone/>
            </a:pPr>
            <a:endParaRPr lang="fr-FR" sz="900" b="1" i="0" dirty="0"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l">
              <a:buNone/>
            </a:pPr>
            <a:r>
              <a:rPr lang="fr-FR" b="1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Selon les conditions suivantes :</a:t>
            </a:r>
          </a:p>
          <a:p>
            <a:pPr algn="l">
              <a:buNone/>
            </a:pPr>
            <a:endParaRPr lang="fr-FR" sz="400" b="0" i="0" dirty="0"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Paternité</a:t>
            </a:r>
            <a:r>
              <a:rPr lang="fr-FR" b="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 – Vous devez citer le nom des auteurs originaux.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Les codes informatiques contenus dans ce manuel sont disponibles sous </a:t>
            </a:r>
            <a:r>
              <a:rPr lang="fr-FR" u="sng" dirty="0">
                <a:latin typeface="Source Sans Pro" panose="020B0503030403020204" pitchFamily="34" charset="0"/>
                <a:ea typeface="Source Sans Pro" panose="020B05030304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Licence MIT</a:t>
            </a:r>
            <a:r>
              <a:rPr lang="fr-FR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  <a:endParaRPr lang="fr-FR" b="0" i="0" dirty="0"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BFB4A0-59CF-5F60-5AE7-C35BA7398765}"/>
              </a:ext>
            </a:extLst>
          </p:cNvPr>
          <p:cNvSpPr txBox="1"/>
          <p:nvPr/>
        </p:nvSpPr>
        <p:spPr>
          <a:xfrm>
            <a:off x="5048250" y="127084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fr-FR" b="0" i="0" dirty="0">
                <a:solidFill>
                  <a:srgbClr val="343A40"/>
                </a:solidFill>
                <a:effectLst/>
                <a:latin typeface="Source Sans Pro" panose="020B0503030403020204" pitchFamily="34" charset="0"/>
              </a:rPr>
              <a:t>Sauf indications contraires, le contenu de ce manuel électronique est disponible en vertu des </a:t>
            </a:r>
            <a:r>
              <a:rPr lang="fr-FR" b="0" i="0" dirty="0">
                <a:effectLst/>
                <a:latin typeface="Source Sans Pro" panose="020B0503030403020204" pitchFamily="34" charset="0"/>
              </a:rPr>
              <a:t>termes de la </a:t>
            </a:r>
            <a:r>
              <a:rPr lang="fr-FR" b="0" i="0" u="sng" dirty="0">
                <a:effectLst/>
                <a:latin typeface="Source Sans Pro" panose="020B0503030403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Licence Creative Commons Attribution 4.0 International</a:t>
            </a:r>
            <a:r>
              <a:rPr lang="fr-FR" b="0" i="0" dirty="0">
                <a:effectLst/>
                <a:latin typeface="Source Sans Pro" panose="020B0503030403020204" pitchFamily="34" charset="0"/>
              </a:rPr>
              <a:t>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4760C28-9F77-3A68-BC31-E8335E39EE40}"/>
              </a:ext>
            </a:extLst>
          </p:cNvPr>
          <p:cNvSpPr/>
          <p:nvPr/>
        </p:nvSpPr>
        <p:spPr>
          <a:xfrm>
            <a:off x="641350" y="736600"/>
            <a:ext cx="10783248" cy="5384800"/>
          </a:xfrm>
          <a:prstGeom prst="round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81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97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Source Sans Pro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Dany Lauzon</dc:creator>
  <cp:lastModifiedBy>Dany Lauzon</cp:lastModifiedBy>
  <cp:revision>1</cp:revision>
  <dcterms:created xsi:type="dcterms:W3CDTF">2026-02-06T00:29:09Z</dcterms:created>
  <dcterms:modified xsi:type="dcterms:W3CDTF">2026-02-06T00:37:45Z</dcterms:modified>
</cp:coreProperties>
</file>